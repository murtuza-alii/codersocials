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f5026779ff4e08" /><Relationship Type="http://schemas.openxmlformats.org/officeDocument/2006/relationships/extended-properties" Target="/docProps/app.xml" Id="Rf97def8bb5e74b33" /><Relationship Type="http://schemas.openxmlformats.org/officeDocument/2006/relationships/officeDocument" Target="/ppt/presentation.xml" Id="R15b04c941408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4bbb4810914bd8"/>
  </p:sldMasterIdLst>
  <p:notesMasterIdLst>
    <p:notesMasterId xmlns:r="http://schemas.openxmlformats.org/officeDocument/2006/relationships" r:id="Rb737dd870da84497"/>
  </p:notesMasterIdLst>
  <p:sldIdLst>
    <p:sldId xmlns:r="http://schemas.openxmlformats.org/officeDocument/2006/relationships" id="256" r:id="Rdf25777920d444df"/>
    <p:sldId xmlns:r="http://schemas.openxmlformats.org/officeDocument/2006/relationships" id="257" r:id="Rf147ec336dbf4efe"/>
    <p:sldId xmlns:r="http://schemas.openxmlformats.org/officeDocument/2006/relationships" id="258" r:id="Rce23494015f34e48"/>
    <p:sldId xmlns:r="http://schemas.openxmlformats.org/officeDocument/2006/relationships" id="259" r:id="R7e6d05980dbd43e1"/>
    <p:sldId xmlns:r="http://schemas.openxmlformats.org/officeDocument/2006/relationships" id="260" r:id="Rab7d3885b8574799"/>
    <p:sldId xmlns:r="http://schemas.openxmlformats.org/officeDocument/2006/relationships" id="261" r:id="Rcbf398032c4c41be"/>
    <p:sldId xmlns:r="http://schemas.openxmlformats.org/officeDocument/2006/relationships" id="262" r:id="R8b0c8d437f5c43f3"/>
    <p:sldId xmlns:r="http://schemas.openxmlformats.org/officeDocument/2006/relationships" id="263" r:id="R1baa908a51094a23"/>
    <p:sldId xmlns:r="http://schemas.openxmlformats.org/officeDocument/2006/relationships" id="264" r:id="Re25b544f5dcb4ef8"/>
    <p:sldId xmlns:r="http://schemas.openxmlformats.org/officeDocument/2006/relationships" id="265" r:id="R91885c3d347044ab"/>
    <p:sldId xmlns:r="http://schemas.openxmlformats.org/officeDocument/2006/relationships" id="266" r:id="R9fbcff3e110f4aa0"/>
    <p:sldId xmlns:r="http://schemas.openxmlformats.org/officeDocument/2006/relationships" id="267" r:id="R3e21f936b559464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4d7d64312a4859" /><Relationship Type="http://schemas.openxmlformats.org/officeDocument/2006/relationships/slideMaster" Target="/ppt/slideMasters/slideMaster1.xml" Id="Re74bbb4810914bd8" /><Relationship Type="http://schemas.openxmlformats.org/officeDocument/2006/relationships/notesMaster" Target="/ppt/notesMasters/notesMaster1.xml" Id="Rb737dd870da84497" /><Relationship Type="http://schemas.openxmlformats.org/officeDocument/2006/relationships/presProps" Target="/ppt/presProps.xml" Id="R576a0de16b7348ba" /><Relationship Type="http://schemas.openxmlformats.org/officeDocument/2006/relationships/viewProps" Target="/ppt/viewProps.xml" Id="R0ad96ad359af4e99" /><Relationship Type="http://schemas.openxmlformats.org/officeDocument/2006/relationships/tableStyles" Target="/ppt/tableStyles.xml" Id="Re34d96abdcfe4f00" /><Relationship Type="http://schemas.openxmlformats.org/officeDocument/2006/relationships/slide" Target="/ppt/slides/slide1.xml" Id="Rdf25777920d444df" /><Relationship Type="http://schemas.openxmlformats.org/officeDocument/2006/relationships/slide" Target="/ppt/slides/slide2.xml" Id="Rf147ec336dbf4efe" /><Relationship Type="http://schemas.openxmlformats.org/officeDocument/2006/relationships/slide" Target="/ppt/slides/slide3.xml" Id="Rce23494015f34e48" /><Relationship Type="http://schemas.openxmlformats.org/officeDocument/2006/relationships/slide" Target="/ppt/slides/slide4.xml" Id="R7e6d05980dbd43e1" /><Relationship Type="http://schemas.openxmlformats.org/officeDocument/2006/relationships/slide" Target="/ppt/slides/slide5.xml" Id="Rab7d3885b8574799" /><Relationship Type="http://schemas.openxmlformats.org/officeDocument/2006/relationships/slide" Target="/ppt/slides/slide6.xml" Id="Rcbf398032c4c41be" /><Relationship Type="http://schemas.openxmlformats.org/officeDocument/2006/relationships/slide" Target="/ppt/slides/slide7.xml" Id="R8b0c8d437f5c43f3" /><Relationship Type="http://schemas.openxmlformats.org/officeDocument/2006/relationships/slide" Target="/ppt/slides/slide8.xml" Id="R1baa908a51094a23" /><Relationship Type="http://schemas.openxmlformats.org/officeDocument/2006/relationships/slide" Target="/ppt/slides/slide9.xml" Id="Re25b544f5dcb4ef8" /><Relationship Type="http://schemas.openxmlformats.org/officeDocument/2006/relationships/slide" Target="/ppt/slides/slide10.xml" Id="R91885c3d347044ab" /><Relationship Type="http://schemas.openxmlformats.org/officeDocument/2006/relationships/slide" Target="/ppt/slides/slide11.xml" Id="R9fbcff3e110f4aa0" /><Relationship Type="http://schemas.openxmlformats.org/officeDocument/2006/relationships/slide" Target="/ppt/slides/slide12.xml" Id="R3e21f936b559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b7a78be8e0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3b8faefbd4267" /><Relationship Type="http://schemas.openxmlformats.org/officeDocument/2006/relationships/notesMaster" Target="/ppt/notesMasters/notesMaster1.xml" Id="R5e605faf05214a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767332f574a61" /><Relationship Type="http://schemas.openxmlformats.org/officeDocument/2006/relationships/notesMaster" Target="/ppt/notesMasters/notesMaster1.xml" Id="Rb4a389e687ec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2daf8884e54c18" /><Relationship Type="http://schemas.openxmlformats.org/officeDocument/2006/relationships/notesMaster" Target="/ppt/notesMasters/notesMaster1.xml" Id="R37b3047ea884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cc1451cc5e4568" /><Relationship Type="http://schemas.openxmlformats.org/officeDocument/2006/relationships/notesMaster" Target="/ppt/notesMasters/notesMaster1.xml" Id="R6a822aaa6064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cc63313d0484f" /><Relationship Type="http://schemas.openxmlformats.org/officeDocument/2006/relationships/notesMaster" Target="/ppt/notesMasters/notesMaster1.xml" Id="R44c32de6ec1f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28eaa882e74dd0" /><Relationship Type="http://schemas.openxmlformats.org/officeDocument/2006/relationships/notesMaster" Target="/ppt/notesMasters/notesMaster1.xml" Id="R94e60784346044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6446cb8fb0471a" /><Relationship Type="http://schemas.openxmlformats.org/officeDocument/2006/relationships/notesMaster" Target="/ppt/notesMasters/notesMaster1.xml" Id="R5e3f8c1dbc2647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a70af62d7843a6" /><Relationship Type="http://schemas.openxmlformats.org/officeDocument/2006/relationships/notesMaster" Target="/ppt/notesMasters/notesMaster1.xml" Id="Rb2dbb5def5d449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d6a8d409574880" /><Relationship Type="http://schemas.openxmlformats.org/officeDocument/2006/relationships/notesMaster" Target="/ppt/notesMasters/notesMaster1.xml" Id="R7843e679cc1d4a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29b07e2e18437c" /><Relationship Type="http://schemas.openxmlformats.org/officeDocument/2006/relationships/notesMaster" Target="/ppt/notesMasters/notesMaster1.xml" Id="Rf0bcd75b188a4b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94aaac6d0549a8" /><Relationship Type="http://schemas.openxmlformats.org/officeDocument/2006/relationships/notesMaster" Target="/ppt/notesMasters/notesMaster1.xml" Id="Rfbfbe4887f3d45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7c1aaec5894c74" /><Relationship Type="http://schemas.openxmlformats.org/officeDocument/2006/relationships/notesMaster" Target="/ppt/notesMasters/notesMaster1.xml" Id="R6a0741058f57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dc950930f4e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6c367adf749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00106613049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8f8c04f354d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599b910b84b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23ced97254b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02abd73144b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02ed465034d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b9cb7275c487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b0e6eb1a7471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856b9c36c406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B1BE7F-9F24-49FA-B5D0-F2EB8AE40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9EA86B3-2EB9-4F6B-BCBA-08C1621884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CA8639-4F9E-42A3-B69E-94050C352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DD74C5-976B-4C63-B57A-8882D57C83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39D9DD-B694-45A5-B531-B6B3A0CA5A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98F055-94CE-4CCA-B4ED-7C17CB147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AF36CD-B21B-46C5-B453-85D334D1B3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D094A7-356F-4A0B-A35F-46755FAD5B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449079-5CCB-4028-A0CE-40B9115CE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5DBCF8-95DE-4480-9D6C-65B708BB3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6EBD0-6967-4F82-B45E-9C9D142407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1A8575-23AC-45C6-8980-8FF4409F1A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555F98-ECBD-4A2D-8FE9-4FB2168DA6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66FE6A-845F-4B37-89E8-870658FAED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FE723E-7815-4D2E-AF5C-EB866E0FF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3108C0-FCFE-4622-B99E-93D06465B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42DA4D-96BC-4F4E-B07A-AF0D54EB43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B5B6BD-C435-4F79-AF18-038A8DCFC68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C8F227-2CF4-4A8A-975B-AE03F4028E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FD61CE-619B-4E66-B6D9-F27A92484F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3E9E64-A3F7-4586-B8F8-DF368C6625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E74A79-D89A-4179-9C8C-6B217FF5F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5E8550-989F-4507-B2DE-8135C2D9B2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18CB26-E4F5-4348-A1B0-EF82513238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6FA9BA-0CEF-4CB0-8AF6-2524DBD738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55DA6C1-F69B-4597-A10F-48E5F2D790A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24A7C25-49F7-4EED-99C3-EB4124DC30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192DE41-6228-4EB2-8CD1-9600FAD3BE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33D9EA9-8C18-416C-8EE1-DA8DDA444C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800CEC-98F2-4F16-9E90-E36B51DA0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8D35EAE-2EF2-46E9-98D7-C29202D5B7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7C0257-C61C-46EF-865C-DFB44374A8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04E0B3-D080-4E1C-BFE9-22DFB1DDD1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0BD5C88-2FB8-41DF-A8C8-222469028F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F0C78B-05E4-4A3F-831A-993C2239D1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9E2B7EC-1990-44CC-998F-75CC671EC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36704D-0D67-431E-90AD-C569B71F8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6697B3-B378-4B60-88ED-9CEBA2291C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4F44953-93C8-4815-8B47-49230C9738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4FBCCB-A27D-4A7C-B8FF-ABBCE0E1F8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725825-A941-4BE5-B9BA-A2E6FF5855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D06D3D2-42F7-4FAB-A2BD-0DB29C6EAB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BFBB8D-9F12-49E3-85A5-892EF442E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B670D8A-53B9-452B-B13F-A6C36FFB351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1D4E872-62D4-4BC1-BF98-F215DC814F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2EDE46-DD95-4138-B7DD-7594F5FF35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8A7C223-80A6-42DD-9D24-3C8E9795AE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A35621-AD9E-425E-AB8B-021B4734C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87D89A-C014-4058-B49B-F04D59835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8DB895-CF64-4F1E-996B-51AED5418C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A483E8-8E6A-405C-878A-C46D0049AE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B8A7DD-808D-4BF4-8412-6903CB9D92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14A6A7-795A-4048-BC54-027848F297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B0BB3E9-96EE-48A0-BBCC-309EEB70E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CCDDED-7126-4862-AE7A-C5324CF30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F3A3FC-44DA-4880-9566-9617BC1E68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A2A4E8-A07D-4C7E-827D-5C7EA6EE5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A87D02-8ED9-4C33-AABA-59ADB14D71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9abfbc2fb4d2b" /><Relationship Type="http://schemas.openxmlformats.org/officeDocument/2006/relationships/slideLayout" Target="/ppt/slideLayouts/slideLayout1.xml" Id="R08cb8164ac114865" /><Relationship Type="http://schemas.openxmlformats.org/officeDocument/2006/relationships/slideLayout" Target="/ppt/slideLayouts/slideLayout2.xml" Id="Ra0b73a79e3cc43d7" /><Relationship Type="http://schemas.openxmlformats.org/officeDocument/2006/relationships/slideLayout" Target="/ppt/slideLayouts/slideLayout3.xml" Id="R8d087e51fb4b4bad" /><Relationship Type="http://schemas.openxmlformats.org/officeDocument/2006/relationships/slideLayout" Target="/ppt/slideLayouts/slideLayout4.xml" Id="Rd5d3029629b14018" /><Relationship Type="http://schemas.openxmlformats.org/officeDocument/2006/relationships/slideLayout" Target="/ppt/slideLayouts/slideLayout5.xml" Id="R67e925a50bd043c8" /><Relationship Type="http://schemas.openxmlformats.org/officeDocument/2006/relationships/slideLayout" Target="/ppt/slideLayouts/slideLayout6.xml" Id="R60d0087bcfbc4aa1" /><Relationship Type="http://schemas.openxmlformats.org/officeDocument/2006/relationships/slideLayout" Target="/ppt/slideLayouts/slideLayout7.xml" Id="Rfcefffe748e24620" /><Relationship Type="http://schemas.openxmlformats.org/officeDocument/2006/relationships/slideLayout" Target="/ppt/slideLayouts/slideLayout8.xml" Id="Rdf27eed87eb54228" /><Relationship Type="http://schemas.openxmlformats.org/officeDocument/2006/relationships/slideLayout" Target="/ppt/slideLayouts/slideLayout9.xml" Id="R35961978adff463a" /><Relationship Type="http://schemas.openxmlformats.org/officeDocument/2006/relationships/slideLayout" Target="/ppt/slideLayouts/slideLayout10.xml" Id="R9e9983467d254393" /><Relationship Type="http://schemas.openxmlformats.org/officeDocument/2006/relationships/slideLayout" Target="/ppt/slideLayouts/slideLayout11.xml" Id="R80d3b1c7964643f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6AB667-951F-49A8-981B-8D81832EB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272639-ADC9-47AD-9A44-371BC6E11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DB73C4-3D74-4423-8CBE-F23A2CCE22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CBAF5E-5DA6-4033-B225-10E0AD20AA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6364C3-E5AD-4203-963E-9A55DBA8C4E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cb8164ac114865"/>
    <p:sldLayoutId xmlns:r="http://schemas.openxmlformats.org/officeDocument/2006/relationships" id="2147483650" r:id="Ra0b73a79e3cc43d7"/>
    <p:sldLayoutId xmlns:r="http://schemas.openxmlformats.org/officeDocument/2006/relationships" id="2147483651" r:id="R8d087e51fb4b4bad"/>
    <p:sldLayoutId xmlns:r="http://schemas.openxmlformats.org/officeDocument/2006/relationships" id="2147483652" r:id="Rd5d3029629b14018"/>
    <p:sldLayoutId xmlns:r="http://schemas.openxmlformats.org/officeDocument/2006/relationships" id="2147483653" r:id="R67e925a50bd043c8"/>
    <p:sldLayoutId xmlns:r="http://schemas.openxmlformats.org/officeDocument/2006/relationships" id="2147483654" r:id="R60d0087bcfbc4aa1"/>
    <p:sldLayoutId xmlns:r="http://schemas.openxmlformats.org/officeDocument/2006/relationships" id="2147483655" r:id="Rfcefffe748e24620"/>
    <p:sldLayoutId xmlns:r="http://schemas.openxmlformats.org/officeDocument/2006/relationships" id="2147483656" r:id="Rdf27eed87eb54228"/>
    <p:sldLayoutId xmlns:r="http://schemas.openxmlformats.org/officeDocument/2006/relationships" id="2147483657" r:id="R35961978adff463a"/>
    <p:sldLayoutId xmlns:r="http://schemas.openxmlformats.org/officeDocument/2006/relationships" id="2147483658" r:id="R9e9983467d254393"/>
    <p:sldLayoutId xmlns:r="http://schemas.openxmlformats.org/officeDocument/2006/relationships" id="2147483659" r:id="R80d3b1c7964643f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8ebc27175847cd" /><Relationship Type="http://schemas.openxmlformats.org/officeDocument/2006/relationships/notesSlide" Target="/ppt/notesSlides/notesSlide1.xml" Id="R2fd1e762c7de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17378415ad44e2" /><Relationship Type="http://schemas.openxmlformats.org/officeDocument/2006/relationships/notesSlide" Target="/ppt/notesSlides/notesSlide2.xml" Id="R50db4faed556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25742fe7944cb8" /><Relationship Type="http://schemas.openxmlformats.org/officeDocument/2006/relationships/notesSlide" Target="/ppt/notesSlides/notesSlide3.xml" Id="R0bae60ce3e82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53e45f7abb4584" /><Relationship Type="http://schemas.openxmlformats.org/officeDocument/2006/relationships/notesSlide" Target="/ppt/notesSlides/notesSlide4.xml" Id="R625f9f45af1f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26ae3c09fb45ff" /><Relationship Type="http://schemas.openxmlformats.org/officeDocument/2006/relationships/notesSlide" Target="/ppt/notesSlides/notesSlide5.xml" Id="R8d9a42171bb943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594d7d32094d2c" /><Relationship Type="http://schemas.openxmlformats.org/officeDocument/2006/relationships/notesSlide" Target="/ppt/notesSlides/notesSlide6.xml" Id="R3ff5c8abbd3f4b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d6c2d5e77845ec" /><Relationship Type="http://schemas.openxmlformats.org/officeDocument/2006/relationships/notesSlide" Target="/ppt/notesSlides/notesSlide7.xml" Id="R667418a5c6f04c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c93e76cd554c08" /><Relationship Type="http://schemas.openxmlformats.org/officeDocument/2006/relationships/notesSlide" Target="/ppt/notesSlides/notesSlide8.xml" Id="Rc9af75aff95e46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0b45ecdd4248fe" /><Relationship Type="http://schemas.openxmlformats.org/officeDocument/2006/relationships/notesSlide" Target="/ppt/notesSlides/notesSlide9.xml" Id="Rfcc49e686c1146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c81dbd18cc43b5" /><Relationship Type="http://schemas.openxmlformats.org/officeDocument/2006/relationships/notesSlide" Target="/ppt/notesSlides/notesSlide10.xml" Id="R9d12604fc21e46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a3341b13414e9c" /><Relationship Type="http://schemas.openxmlformats.org/officeDocument/2006/relationships/notesSlide" Target="/ppt/notesSlides/notesSlide11.xml" Id="R723c2360272145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609fb5483c40a1" /><Relationship Type="http://schemas.openxmlformats.org/officeDocument/2006/relationships/notesSlide" Target="/ppt/notesSlides/notesSlide12.xml" Id="Rd7284131f78142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0B97396-7FE7-4403-85A2-F73B0C0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SOCIALCONNECT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501052-386C-4D7B-A171-8AF0C682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98755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6EE7B7"/>
                </a:solidFill>
                <a:latin typeface="Aptos"/>
                <a:ea typeface="Aptos"/>
                <a:cs typeface="Aptos"/>
              </a:rPr>
              <a:t>A more personal social space built around communities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A38CE2-3B0A-44AF-B865-EB2EA08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College Mini-Project Presentation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755C56-D810-49AD-9BF3-F081AC34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960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React + Vite • Django + Python • SQLite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7B9CB-A14F-4020-B516-EF60794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777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Team Members: [Add presenter names]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4EF2026-B56E-4AE8-9E1F-9AF387B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332370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BDD1DC-3AEB-41FC-AB06-967EE3D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Problem and Project Objective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0E4E604-FDA9-451B-95E1-24C7A272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53949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7321FA-23EF-4F39-ABFE-8BF589F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45919"/>
            <a:ext cx="49926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1E15A8-C909-419C-A115-9F5B36F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11680"/>
            <a:ext cx="49926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Large social platforms mix audiences and content. SocialConnect organizes sharing around smaller communities that people choose to join.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CEFDF29-973A-480B-B793-BD45BEF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9198"/>
            <a:ext cx="539496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0707BA4-C921-4CAF-AD5B-5CA20CE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45919"/>
            <a:ext cx="49926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OUR OBJECTIVE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E1D82B-D541-4777-B32F-AD70461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11680"/>
            <a:ext cx="499262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Build a web platform where people can:</a:t>
            </a:r>
          </a:p>
          <a:p xmlns:a="http://schemas.openxmlformats.org/drawingml/2006/main">
            <a:pPr algn="l">
              <a:buNone/>
            </a:pP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Create accounts and profiles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Discover public communities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Request access to private communities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Read a chronological community-based feed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Share image, video, and text posts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Like, comment, and chat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06B96B-B676-42D1-8E28-B4D8C00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98683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0784A19-584B-45EB-99EA-E9CA0CF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A37E5DB-8601-404E-BE23-BCFA5B89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F5D699-60C7-448F-A984-1F3ADB1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C35D1D-AD61-475B-B012-BD7B441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92024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Registration, login, profiles, and follow controls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30E5F9-B9E1-4782-9935-DEE845E0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B21D97-36F9-4BB7-807F-E48AC57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CCE532-6D05-43A1-B050-115CCACB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20240"/>
            <a:ext cx="4764024" cy="429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Avatar, bio, profile information and post grid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7A49070-DC28-4E41-A558-29DEE07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79191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DE26EAD-354E-4A22-AE11-BD621E6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816351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Posts &amp; Media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9185A6-74BC-4214-A56D-3FCA8C7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182111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Image, video, or text posts with captions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16BDEFA-B1DD-4175-AD46-DC66BCC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79191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A672EC3-82DF-40B5-826B-E666A77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816351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Community Feed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193B72-5B36-4130-9BF7-71BBC1D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182111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Chronological posts based on community access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01C0031-685D-437F-A735-B3827FFC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41063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1B99FCE-7673-45A8-8152-11C393E0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078224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Communities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1E577E6-0D34-43A8-83A4-A1844301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443983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Create spaces and discover public communities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1A3646C-CF14-4B24-AD3E-95BE089D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1063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9306C78-E104-46D1-B701-49DA89FA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78224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Private Access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13F159-3535-49C8-88CC-552E238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443983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Request to join; admins approve membership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961F1F0-656F-433D-9AC2-92A39AC3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02936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D4CB54A-DF9D-48D7-AD3D-5E314E4A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340096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61928B-9CF4-4376-9F51-A74B3AD4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705855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Likes, comments, and user follows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9F547C3-B1BA-4C03-A567-54FCE30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02936"/>
            <a:ext cx="51663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7FBF9D6-58EF-491B-B097-216FCCF3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340096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Explore &amp; Chat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F75D76-142C-458E-B161-ECD4E0F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705855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Discover spaces, use direct messages and channels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42969E4-6381-4603-B9BA-15E946F1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01330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566CD35-2AAD-4B7D-BB48-349C27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AA4613F-6998-4A1C-8655-D87121C0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0F0789-61F5-478F-8667-D314BF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4591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17D3DB-9389-41DE-9929-6BD82738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11680"/>
            <a:ext cx="3026664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Python + Django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E3B1BF1-C8B4-44DB-B7D9-16AB96FE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EF2F7E-988C-4DFB-ADC9-61A581E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4591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86360F3-AC43-459B-8741-92A7CB9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011680"/>
            <a:ext cx="3026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Django backend + JSON views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D524853-1764-46A6-A26C-DE3A6EB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876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EE8CCF-AF2D-4358-93D4-7C6EB3B1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4591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95533D-DD90-462B-A31E-3041FC0B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011680"/>
            <a:ext cx="3026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React + Vite + CSS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C173627-BC78-4AB1-A4C7-CF22030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A37D16-2703-4CAE-91FB-B234AB8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61187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6C9D535-C8FE-48E7-BE34-455F607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77639"/>
            <a:ext cx="3026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SQLite via Django ORM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AB9F1D0-CBA6-488A-8D1D-0A01B6AE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47472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45B2B54-9F28-4F17-8311-4F1D5F33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61187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C6183E-9E1F-4AB0-BC25-AC2E5E11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977639"/>
            <a:ext cx="3026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Django media storage; Pillow / FFmpeg processing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B26E542-AA79-4C5D-9F9B-161B0D71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4720"/>
            <a:ext cx="342900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F68CAE6-00D2-43C0-AF51-11E22C94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611879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5E81855-EE90-49C8-9EA7-FCB088E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977639"/>
            <a:ext cx="3026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Vite frontend + Django development server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C61EB20-7F95-468E-BBCC-6FC335D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918387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E965D6-558C-45C0-A3EF-6B4021B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System Architecture — React + Django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3C262A2-F113-47EF-B747-640B319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201168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AD56AB-5544-4DF6-BE3F-69755F3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88920"/>
            <a:ext cx="18653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Browser + React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CB2C8EE-4698-424A-B315-E85354E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60320"/>
            <a:ext cx="1645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5C533B-F54C-4914-B041-D29BD3F1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788920"/>
            <a:ext cx="1499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urls.py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1DAD7EF-23DF-4225-B2AF-CAF64D0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60320"/>
            <a:ext cx="1645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068DA-129A-4644-8AE7-72F201F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88920"/>
            <a:ext cx="1499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views.py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4BA4FE-2992-4ADC-91F8-2352667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00200"/>
            <a:ext cx="21031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64BB55-5CE8-445A-A296-CBE3998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828800"/>
            <a:ext cx="19568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models.py / ORM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855F0F7-28C7-4259-B3CF-0DBC7D7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520440"/>
            <a:ext cx="21031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BE0FB3-AD48-4D28-8AB3-C0848A4F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749039"/>
            <a:ext cx="195681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JSON / HTML Response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1B75333-CAF0-4633-A271-6B28073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560320"/>
            <a:ext cx="155448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63C4E62-2F26-430A-BF93-6B1A6FC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788920"/>
            <a:ext cx="14081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SQLite Database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7AA8875-A5C8-466C-A652-754DC06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834C254D-CA08-454C-A98F-7A5E9049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526C7848-8218-491A-BE06-2B9B659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03720" y="2011680"/>
            <a:ext cx="457200" cy="9601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DDB429C0-2941-4A40-B114-DEF47901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971800"/>
            <a:ext cx="457200" cy="9601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32EB9008-30A6-41B9-80C1-EF4EF3E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11680"/>
            <a:ext cx="457200" cy="9601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8576A38-BAE6-430B-843F-6C69A7D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72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React sends requests to Django. Django routes them to views, which use the ORM and return a response.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366CA62-845A-4AD0-8302-91E2587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892257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61961F2-35CC-4A3A-9E08-0463AA6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Database &amp; Entity Relationships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D5078E0-F7D2-4581-A9BD-70AAAD5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C746FB-E1F1-41CE-BE57-EC640375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50876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F204EF-C8CF-40C4-9265-CCD63118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1790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1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CAACAB8-7E13-4491-84F6-5A26E445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37160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384C4C-8A56-40E8-8BDE-66EC4D07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50876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BE14300-1BB3-47A1-BC39-C2D22E25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A4A74C-5F82-4C40-AAA5-EF4B350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37744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CE9C24-A991-4914-94B7-B4B52D3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658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A78BD48-068A-4B6E-859D-C036A96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028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754737-57B6-4979-B27C-FC79887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37744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BE4E4FA-45A5-49A8-BF71-41FE456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896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03C7F1-36D4-4546-9E2C-5B3816E4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24612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32FA71B-5DA1-415D-B294-5C4C594B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5264"/>
            <a:ext cx="14173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2BFF203-FAB2-4D31-A63F-FA4D10B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10896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FFD071B-8E19-4E05-A9B9-B2C2F3D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24612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Membership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18A423D-88EC-46F5-92DE-8977331C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39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2474873-F6B1-44BD-8618-6726BDC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11480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97E4BA2-14F5-4F2A-A3E4-F6C895D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2394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C49E10E-8856-475A-A691-400B9EA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77639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C683EDE-B4C3-4CBC-B8E8-503A1429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411480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Like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CDA30E8-1E0D-477B-97E9-5D19526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23317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A71FF24-CD92-4FB0-A77B-EEBD4D2A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83480"/>
            <a:ext cx="19293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E451078-81DF-4B9E-8315-F16AE64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9262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AAB1BF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1124023-8C85-488C-BFF6-9D0FF62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846320"/>
            <a:ext cx="25603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A07A74-62EF-4973-B281-E759024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4983480"/>
            <a:ext cx="21579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Comment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397E7BA-E7AA-447D-84CB-754B9C7C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Membership links users to communities and tracks approval status. Unique constraints prevent duplicate memberships, follows, and likes.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8777F59-3FCA-4AFD-9AF9-40D2FCC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955031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24881A-3635-4C64-B8FA-7DC066D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Major Project Modules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DF7A5E1-492F-4C49-8FD5-027D6F3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EE6313-C7E2-4F76-A74B-714A3FE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Accounts &amp; Profiles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83F7C5-BAA8-41F0-83DF-042A2B6C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92024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Signup, profiles, profile editing, and user follows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CF0790-DDA7-4440-AE96-36E7AF35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B6C8831-8782-481D-A659-A321214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5448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Posts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CB15AD7-2899-4308-9607-07D49A70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2024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Community feed, post creation, media, likes, and comments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D0E649-3EA5-42B1-A8CA-52C363F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A19C04E-C114-4DB2-A9C4-627EEEF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06324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512D09-1278-422D-B5BB-BCBAA4C3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42900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Direct messages and community channels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C6A56D1-2083-45CC-8DD7-20D29C27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608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CDBFF7-5FF2-4880-9F83-3E9EF0A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06324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Communities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F84708-4236-4A18-9D7D-A05A77D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42900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Public and private spaces with membership requests and approval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7B1948-8C5B-4F8A-A2AF-0DA1A21A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30C679E-C60B-4F0C-BD18-090B4967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7200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F6F7FC-120D-4D3D-87CE-C6E0BC4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37759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React + Vite client interface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3AEF894-F7F4-4482-88C2-1C04828B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4840"/>
            <a:ext cx="516636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C1501C-490C-4E4F-BADE-A6E6D63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572000"/>
            <a:ext cx="4764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75FC42B-06EA-4F58-B224-F5EE231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937759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Django settings, routing, ORM, and media configuration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9AA08-109F-4993-8E08-2D99F0F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309073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7CEEE3-BD47-4A27-986D-0AB9D2DB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 Community-Based User Flow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5A840B3-092B-4A1B-97C2-D23797E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314E5C-2B67-4366-A738-4247F4B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B9219-1412-419F-811C-DFE13B4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88920"/>
            <a:ext cx="1097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Register / Login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DCAB91EA-9BBE-47AC-ACF3-CEE8ED5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8809FA3-D711-4DA9-B856-B80DBD6C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1A1E51-00BB-436F-A918-BA42B4E8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D27EFD-6F55-461F-95B3-64EFFE2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78892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Set Up Profile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3D1888B0-073F-431A-95B4-5402FA9B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5E8693C-4E37-4694-9474-C362DE1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A4E7EB-AF0D-4A25-9D48-A2FF63B9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54865A-DF90-4B84-B7EC-357F5641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Choose Spaces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707C67D-6FC9-483F-9EBA-794B113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CF4830D-B1E0-4126-B661-C0AA5B7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D3BE672-9B5C-498E-B56C-13A3D7A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6E392-1223-4EBA-8FA1-8764FB1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544" y="2788920"/>
            <a:ext cx="1097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Join or Request Access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E47AD8B8-790B-4837-BB08-9B276E97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B57B931-93F1-4646-A0F1-7256D3B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845FA4-A0E4-4029-8588-81B3CF5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F40182-C732-454A-BB99-37BCE40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2788920"/>
            <a:ext cx="1097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Browse Community Feed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56B1E472-E2E4-45B1-8715-EA24A48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2944368"/>
            <a:ext cx="30175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84D84FA-68E5-4237-8AB0-E7E5A9A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818C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E4A667-FF64-40E8-BEA3-59257AE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7013DDA-3AB0-475A-B30B-1A4AB51F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78892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Post or Chat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A5691691-A86A-45AD-A19C-F8EEA97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944368"/>
            <a:ext cx="30175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AAB1B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757596C-D850-4A72-B040-B191FFA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377440"/>
            <a:ext cx="13258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6EE7B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F31DE6C-26A4-4BD2-A3A0-8416F25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487168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1E270C0-D09E-471B-9763-AEFC0BFE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788920"/>
            <a:ext cx="1097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Interact &amp; Explore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DC64DE1-F0FF-4918-85B9-1D3297F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People choose their spaces, then share and connect inside them.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3E87DD1-4B6B-4513-9E86-ECB2A80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331314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851D80-D7B1-42BA-8FD2-E7EDB8A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Technical Foundations &amp; Security Notes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08AB6E9-16C0-4596-BF3E-5CEA2B4E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332720" cy="2583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Django ORM maps project data to relational tables and handles database queries.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Django authentication provides sessions and secure password hashing.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CSRF middleware is enabled, but several current endpoints opt out of CSRF checks.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Community pages check membership for private spaces; access checks need consistent coverage across content and chat endpoints.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Database constraints prevent duplicate memberships, follows, and likes.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Development settings are not production-ready. Review privacy and security before deployment.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99CC7B-8952-46FF-BAB0-16E1C26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462874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C82D407-5A07-4E40-A225-2DA536D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148407-70AC-40BB-A236-A574B46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0241280" cy="3086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Real-time notifications for likes, comments, and messages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Advanced post search and feed controls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WebSocket support for real-time chat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Cloud media storage and CDN integration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Moderation and reporting tools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Mobile application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Production database and deployment hardening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8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Analytics for community activity and platform health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E4537A-9978-4822-B7CA-481E9AE4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608556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C15A6B8-EDD5-4030-91A8-3B80A5BE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F37088-6CF3-4D69-8784-F45620E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1033272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SocialConnect organizes sharing and conversation around communities people choose.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5D865D-18E0-4E97-B6E4-7F45F9F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9784080" cy="15925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Public spaces support discovery; private spaces use membership requests and approval.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Community access shapes the chronological feed.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Django powers the backend, with React and Vite providing the client interface.</a:t>
            </a:r>
          </a:p>
          <a:p xmlns:a="http://schemas.openxmlformats.org/drawingml/2006/main">
            <a:pPr>
              <a:spcAft>
                <a:spcPts val="900"/>
              </a:spcAft>
              <a:buNone/>
            </a:pPr>
            <a:r>
              <a:rPr sz="1900">
                <a:solidFill>
                  <a:srgbClr val="F5F7FA"/>
                </a:solidFill>
                <a:latin typeface="Aptos"/>
                <a:ea typeface="Aptos"/>
                <a:cs typeface="Aptos"/>
              </a:rPr>
              <a:t>• The prototype shows a more intentional, community-centered social experience.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223315-88A6-4B28-BF07-0E358E0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C9CB18-B22F-4A28-9821-5928D093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13156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035BE4-62AA-4176-98F8-60E1E220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Viva Questions — Quick Preparation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BC985ED-19EF-48A6-A4BC-FB1A3E2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7860DE-CB5D-45ED-820F-94FA8C37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37160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Why Django?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2AE4A57-1DF8-4D4E-9623-BB95C9D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353312"/>
            <a:ext cx="7680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It provides the backend ORM, authentication, admin tools, and request handling.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78DC418-FBB2-4CF2-A77F-50A8BD8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86C646-0F44-4BF7-8B45-E7C4545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331720"/>
            <a:ext cx="23408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What is MTV, and where does React fit?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20C0B7-92E0-4814-B6CC-EB261B4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13432"/>
            <a:ext cx="7680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Django Models handle data, Views handle logic, and Templates render server pages. React provides the main client interface.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4FA4AE8-04D9-405A-9AC7-C44AEB6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D85D37-6FB3-4CD6-8314-E237FA6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29184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How is the feed generated?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D7C9B0-8101-4AA2-930E-5685144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273552"/>
            <a:ext cx="7680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The feed filters posts by community access and orders them newest first. It includes the user’s own posts.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FCEB85D-956C-40BC-8442-2879295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12D149C-9E92-4CBB-A884-BECC6B9B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51960"/>
            <a:ext cx="2340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How are duplicate likes prevented?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752D35-3554-445E-8160-286DF34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233672"/>
            <a:ext cx="7680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A database uniqueness constraint on post + user.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C2F7BAF-D734-413C-99AE-9880F16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27432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922"/>
          </a:solidFill>
          <a:ln xmlns:a="http://schemas.openxmlformats.org/drawingml/2006/main">
            <a:solidFill>
              <a:srgbClr val="2A2F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9BFDA50-D19D-4959-806D-38E45F6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5212080"/>
            <a:ext cx="23408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How does private community access work?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E98057-8F4D-4B5E-86F0-850C88B1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193792"/>
            <a:ext cx="7680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Private memberships record pending or approved status. The main community page checks access; other content and chat endpoints still need a full access-control review.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2EB29B-434A-4495-92D3-EBC3C4AC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AB1BF"/>
                </a:solidFill>
                <a:latin typeface="Aptos"/>
                <a:ea typeface="Aptos"/>
                <a:cs typeface="Aptos"/>
              </a:rPr>
              <a:t>SocialConnect • College Mini-Project</a:t>
            </a:r>
          </a:p>
        </p:txBody>
      </p:sp>
    </p:spTree>
    <p:extLst>
      <p:ext uri="{BB962C8B-B14F-4D97-AF65-F5344CB8AC3E}">
        <p14:creationId xmlns:p14="http://schemas.microsoft.com/office/powerpoint/2010/main" val="82894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2026-10-14T20:12:24.5980000Z</dcterms:created>
  <dcterms:modified xsi:type="dcterms:W3CDTF">2026-10-14T20:12:24.5990000Z</dcterms:modified>
</coreProperties>
</file>